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600" b="1">
                <a:solidFill>
                  <a:srgbClr val="E6EBFF"/>
                </a:solidFill>
              </a:rPr>
              <a:t>Jira AI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91AFFF"/>
                </a:solidFill>
              </a:rPr>
              <a:t>5-Minute Demo · Sci-Fi Inspired Theme</a:t>
            </a:r>
          </a:p>
          <a:p>
            <a:r>
              <a:rPr sz="2200">
                <a:solidFill>
                  <a:srgbClr val="91AFFF"/>
                </a:solidFill>
              </a:rPr>
              <a:t>React UI → FastAPI → RAG over Jira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E4FF"/>
                </a:solidFill>
              </a:defRPr>
            </a:pPr>
            <a:r>
              <a:t>Jira context is fragmented across tickets, comments, and history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P1 ownership takes too long to identify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Leaders need concise, trusted sprint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E4FF"/>
                </a:solidFill>
              </a:defRPr>
            </a:pPr>
            <a:r>
              <a:t>Ask plain-language questions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Retrieve Jira evidence with FAISS + metadata filters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Return structured answer with citations and confidence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Human + Robot: Delivery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DAA0"/>
                </a:solidFill>
              </a:defRPr>
            </a:pPr>
            <a:r>
              <a:t>Human: Any P1 tickets?</a:t>
            </a:r>
          </a:p>
          <a:p>
            <a:pPr>
              <a:defRPr sz="2400">
                <a:solidFill>
                  <a:srgbClr val="FFDAA0"/>
                </a:solidFill>
              </a:defRPr>
            </a:pPr>
            <a:r>
              <a:t>Human: Who owns them?</a:t>
            </a:r>
          </a:p>
          <a:p>
            <a:pPr>
              <a:defRPr sz="2400">
                <a:solidFill>
                  <a:srgbClr val="FFDAA0"/>
                </a:solidFill>
              </a:defRPr>
            </a:pPr>
            <a:r>
              <a:t>Human: Will Sprint 24 slip?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3716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2FAD1"/>
                </a:solidFill>
              </a:defRPr>
            </a:pPr>
            <a:r>
              <a:t>Robot: 5 P1 tickets detected.</a:t>
            </a:r>
          </a:p>
          <a:p>
            <a:pPr>
              <a:defRPr sz="2200">
                <a:solidFill>
                  <a:srgbClr val="A2FAD1"/>
                </a:solidFill>
              </a:defRPr>
            </a:pPr>
            <a:r>
              <a:t>Robot: Owner is Kusuma Thatavarthi.</a:t>
            </a:r>
          </a:p>
          <a:p>
            <a:pPr>
              <a:defRPr sz="2200">
                <a:solidFill>
                  <a:srgbClr val="A2FAD1"/>
                </a:solidFill>
              </a:defRPr>
            </a:pPr>
            <a:r>
              <a:t>Robot: Risk is elevated; CI and auth issues are driving delay.</a:t>
            </a:r>
          </a:p>
          <a:p>
            <a:pPr>
              <a:defRPr sz="2200">
                <a:solidFill>
                  <a:srgbClr val="A2FAD1"/>
                </a:solidFill>
              </a:defRPr>
            </a:pPr>
            <a:r>
              <a:t>Robot: Evidence attached with Jira citations.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193BF"/>
                </a:solidFill>
              </a:defRPr>
            </a:pPr>
            <a:r>
              <a:t>Original sci-fi inspired dialogue (copyright-safe)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Live Demo Flow (2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DCE4FF"/>
                </a:solidFill>
              </a:defRPr>
            </a:pPr>
            <a:r>
              <a:t>1) Ask: Any P1?</a:t>
            </a:r>
          </a:p>
          <a:p>
            <a:pPr>
              <a:defRPr sz="2400">
                <a:solidFill>
                  <a:srgbClr val="DCE4FF"/>
                </a:solidFill>
              </a:defRPr>
            </a:pPr>
            <a:r>
              <a:t>2) Ask: Who is working on P1 tickets?</a:t>
            </a:r>
          </a:p>
          <a:p>
            <a:pPr>
              <a:defRPr sz="2400">
                <a:solidFill>
                  <a:srgbClr val="DCE4FF"/>
                </a:solidFill>
              </a:defRPr>
            </a:pPr>
            <a:r>
              <a:t>3) Ask: Why was Sprint 24 delayed? executive summary</a:t>
            </a:r>
          </a:p>
          <a:p>
            <a:pPr>
              <a:defRPr sz="2400">
                <a:solidFill>
                  <a:srgbClr val="DCE4FF"/>
                </a:solidFill>
              </a:defRPr>
            </a:pPr>
            <a:r>
              <a:t>4) Show citations + index used</a:t>
            </a:r>
          </a:p>
          <a:p>
            <a:pPr>
              <a:defRPr sz="2400">
                <a:solidFill>
                  <a:srgbClr val="DCE4FF"/>
                </a:solidFill>
              </a:defRPr>
            </a:pPr>
            <a:r>
              <a:t>5) Close with business impact and next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E4FF"/>
                </a:solidFill>
              </a:defRPr>
            </a:pPr>
            <a:r>
              <a:t>Faster standups with evidence-backed answers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Immediate P1 ownership visibility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Executive summaries in seconds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Less Jira tab-hopping, more delivery focus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E4FF"/>
                </a:solidFill>
              </a:defRPr>
            </a:pPr>
            <a:r>
              <a:t>Slack/Teams bot integration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Role-based controls and tenant governance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Trend analytics across projects and sprints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